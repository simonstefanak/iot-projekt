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5" r:id="rId7"/>
    <p:sldId id="264" r:id="rId8"/>
    <p:sldId id="263" r:id="rId9"/>
    <p:sldId id="266" r:id="rId10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dvolená sekcia" id="{B4CAB0E4-16E4-4E5E-A365-7D0384B20F81}">
          <p14:sldIdLst>
            <p14:sldId id="256"/>
            <p14:sldId id="257"/>
            <p14:sldId id="261"/>
            <p14:sldId id="258"/>
            <p14:sldId id="259"/>
            <p14:sldId id="265"/>
            <p14:sldId id="264"/>
            <p14:sldId id="263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323F75-2CE5-4BD6-9CB2-85B8ED4C0827}" v="509" dt="2026-06-01T18:02:39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Upravte štýl predlohy podnadpisov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920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2502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970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6661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symbol čísla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5072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659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0297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0876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1317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402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6898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E55F0-49D3-47F0-9F7C-B48EBAF4ED8F}" type="datetimeFigureOut">
              <a:rPr lang="sk-SK" smtClean="0"/>
              <a:t>1. 6. 2026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524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/>
              <a:t>Ladička na ele. gitaru postavená na ESP32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k-SK"/>
              <a:t>Šimon Štefaňák Filip Rechtorík</a:t>
            </a:r>
          </a:p>
        </p:txBody>
      </p:sp>
    </p:spTree>
    <p:extLst>
      <p:ext uri="{BB962C8B-B14F-4D97-AF65-F5344CB8AC3E}">
        <p14:creationId xmlns:p14="http://schemas.microsoft.com/office/powerpoint/2010/main" val="367655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A1778E-5243-27EB-8285-D84EF01F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Popis a cieľ práce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E6C811-5356-0EFE-E6DA-2858BBB83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k-SK"/>
              <a:t>Vytvoriť čítačku frekvencie (ladičku) pomocou ESP32 s funkciou posielania dát cez ESP server na stránku s testom a ukazovateľom odchýľky naladenia strún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090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25087F-5E64-9212-CB63-1799E8DB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Použité diely 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2A6C0F7-0654-A3C9-8984-AEBF89FB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k-SK">
                <a:ea typeface="+mn-lt"/>
                <a:cs typeface="+mn-lt"/>
              </a:rPr>
              <a:t>2x JACK 6.3 ONA mono PAN JC-116</a:t>
            </a:r>
            <a:endParaRPr lang="sk-SK"/>
          </a:p>
          <a:p>
            <a:r>
              <a:rPr lang="sk-SK">
                <a:ea typeface="+mn-lt"/>
                <a:cs typeface="+mn-lt"/>
              </a:rPr>
              <a:t>1x LM358 OPAMP</a:t>
            </a:r>
            <a:endParaRPr lang="sk-SK"/>
          </a:p>
          <a:p>
            <a:r>
              <a:rPr lang="sk-SK">
                <a:ea typeface="+mn-lt"/>
                <a:cs typeface="+mn-lt"/>
              </a:rPr>
              <a:t>3x 100k Rezistor</a:t>
            </a:r>
            <a:endParaRPr lang="sk-SK"/>
          </a:p>
          <a:p>
            <a:r>
              <a:rPr lang="sk-SK">
                <a:ea typeface="+mn-lt"/>
                <a:cs typeface="+mn-lt"/>
              </a:rPr>
              <a:t>1x 1k Rezistor</a:t>
            </a:r>
            <a:endParaRPr lang="sk-SK"/>
          </a:p>
          <a:p>
            <a:r>
              <a:rPr lang="sk-SK">
                <a:ea typeface="+mn-lt"/>
                <a:cs typeface="+mn-lt"/>
              </a:rPr>
              <a:t>2x 100nF Kondenzator</a:t>
            </a:r>
            <a:endParaRPr lang="sk-SK"/>
          </a:p>
          <a:p>
            <a:r>
              <a:rPr lang="sk-SK">
                <a:ea typeface="+mn-lt"/>
                <a:cs typeface="+mn-lt"/>
              </a:rPr>
              <a:t>1x ESP32 WiFi + BT 38pin</a:t>
            </a:r>
            <a:endParaRPr lang="sk-SK"/>
          </a:p>
          <a:p>
            <a:r>
              <a:rPr lang="sk-SK">
                <a:ea typeface="+mn-lt"/>
                <a:cs typeface="+mn-lt"/>
              </a:rPr>
              <a:t>1x fullsize breadboard</a:t>
            </a:r>
            <a:endParaRPr lang="sk-SK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08696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B77E9A-0BFE-094A-8AC8-DDD5AF9A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Schéma</a:t>
            </a:r>
          </a:p>
        </p:txBody>
      </p:sp>
      <p:pic>
        <p:nvPicPr>
          <p:cNvPr id="4" name="Zástupný objekt pre obsah 3" descr="Obrázok, na ktorom je text, elektronika, rad, elektrinžinierstvo&#10;&#10;Obsah vygenerovaný pomocou AI môže byť nesprávny.">
            <a:extLst>
              <a:ext uri="{FF2B5EF4-FFF2-40B4-BE49-F238E27FC236}">
                <a16:creationId xmlns:a16="http://schemas.microsoft.com/office/drawing/2014/main" id="{D95BD6BB-B8D7-F49B-D7A8-6D73FE761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154" y="1717097"/>
            <a:ext cx="10511692" cy="358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3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911560-291A-6086-2D2B-2F1CF1F3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Jednotlivé role a postup práce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203A543-D8A5-90C2-EF4B-0B0383C74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k-SK"/>
              <a:t>Filip: </a:t>
            </a:r>
          </a:p>
          <a:p>
            <a:pPr marL="457200" lvl="1">
              <a:buNone/>
            </a:pPr>
            <a:r>
              <a:rPr lang="sk-SK"/>
              <a:t>-plán a zapojenie obvodu</a:t>
            </a:r>
          </a:p>
          <a:p>
            <a:pPr marL="457200" lvl="1">
              <a:buNone/>
            </a:pPr>
            <a:r>
              <a:rPr lang="sk-SK"/>
              <a:t>-program na zachytenie a rozpoznanie frekvencií</a:t>
            </a:r>
            <a:endParaRPr lang="sk-SK" dirty="0"/>
          </a:p>
          <a:p>
            <a:pPr marL="457200" lvl="1">
              <a:buNone/>
            </a:pPr>
            <a:r>
              <a:rPr lang="sk-SK"/>
              <a:t>-dizajn fyzických komponentov</a:t>
            </a:r>
            <a:endParaRPr lang="sk-SK" dirty="0"/>
          </a:p>
          <a:p>
            <a:pPr marL="0" indent="0">
              <a:buNone/>
            </a:pPr>
            <a:r>
              <a:rPr lang="sk-SK"/>
              <a:t>Šimon:</a:t>
            </a:r>
            <a:endParaRPr lang="sk-SK" dirty="0"/>
          </a:p>
          <a:p>
            <a:pPr marL="457200" lvl="1">
              <a:buNone/>
            </a:pPr>
            <a:r>
              <a:rPr lang="sk-SK"/>
              <a:t>-vytvorenie wifi servera na ESP32</a:t>
            </a:r>
          </a:p>
          <a:p>
            <a:pPr marL="457200" lvl="1">
              <a:buNone/>
            </a:pPr>
            <a:r>
              <a:rPr lang="sk-SK"/>
              <a:t>-posielanie dát na stránku</a:t>
            </a:r>
          </a:p>
          <a:p>
            <a:pPr marL="457200" lvl="1">
              <a:buNone/>
            </a:pPr>
            <a:r>
              <a:rPr lang="sk-SK"/>
              <a:t>-test a virtuálna ladička na stránke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37530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FA4647-E597-2ACF-E643-6385C465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16D7D80-80E1-7566-3EEF-FBCBC3FDB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36457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objekt pre obsah 3" descr="Obrázok, na ktorom je elektronika, vnútri, elektronické zariadenie, gadget&#10;&#10;Obsah vygenerovaný pomocou AI môže byť nesprávny.">
            <a:extLst>
              <a:ext uri="{FF2B5EF4-FFF2-40B4-BE49-F238E27FC236}">
                <a16:creationId xmlns:a16="http://schemas.microsoft.com/office/drawing/2014/main" id="{B0489599-6167-92BC-7B8E-5C35D1DD1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2258" y="244047"/>
            <a:ext cx="4825022" cy="6381261"/>
          </a:xfrm>
          <a:prstGeom prst="rect">
            <a:avLst/>
          </a:prstGeom>
        </p:spPr>
      </p:pic>
      <p:pic>
        <p:nvPicPr>
          <p:cNvPr id="5" name="Obrázok 4" descr="Obrázok, na ktorom je elektronické zariadenie, elektronika, gadget, vnútri&#10;&#10;Obsah vygenerovaný pomocou AI môže byť nesprávny.">
            <a:extLst>
              <a:ext uri="{FF2B5EF4-FFF2-40B4-BE49-F238E27FC236}">
                <a16:creationId xmlns:a16="http://schemas.microsoft.com/office/drawing/2014/main" id="{8A8AD359-3079-06F4-3C51-3E131D666C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01038" y="244230"/>
            <a:ext cx="3669079" cy="6379308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F64F67EE-851A-8473-EFDA-C5113FD1CA68}"/>
              </a:ext>
            </a:extLst>
          </p:cNvPr>
          <p:cNvSpPr txBox="1"/>
          <p:nvPr/>
        </p:nvSpPr>
        <p:spPr>
          <a:xfrm>
            <a:off x="301571" y="247628"/>
            <a:ext cx="274319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2800" b="1"/>
              <a:t>Prvá kompletná verzia</a:t>
            </a:r>
          </a:p>
        </p:txBody>
      </p:sp>
    </p:spTree>
    <p:extLst>
      <p:ext uri="{BB962C8B-B14F-4D97-AF65-F5344CB8AC3E}">
        <p14:creationId xmlns:p14="http://schemas.microsoft.com/office/powerpoint/2010/main" val="1736082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objekt pre obsah 3" descr="Obrázok, na ktorom je elektroinštalácia, elektronika, rozvody elektriny, kábel&#10;&#10;Obsah vygenerovaný pomocou AI môže byť nesprávny.">
            <a:extLst>
              <a:ext uri="{FF2B5EF4-FFF2-40B4-BE49-F238E27FC236}">
                <a16:creationId xmlns:a16="http://schemas.microsoft.com/office/drawing/2014/main" id="{7868CF5C-100B-8225-EF05-99F74A701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760017" y="252778"/>
            <a:ext cx="4728889" cy="6344262"/>
          </a:xfrm>
          <a:prstGeom prst="rect">
            <a:avLst/>
          </a:prstGeom>
        </p:spPr>
      </p:pic>
      <p:pic>
        <p:nvPicPr>
          <p:cNvPr id="5" name="Obrázok 4" descr="Obrázok, na ktorom je elektronika, elektroinštalácia, elektrinžinierstvo, kábel&#10;&#10;Obsah vygenerovaný pomocou AI môže byť nesprávny.">
            <a:extLst>
              <a:ext uri="{FF2B5EF4-FFF2-40B4-BE49-F238E27FC236}">
                <a16:creationId xmlns:a16="http://schemas.microsoft.com/office/drawing/2014/main" id="{A0F75910-07F1-ADC2-9694-DF94A109B0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0"/>
          <a:stretch>
            <a:fillRect/>
          </a:stretch>
        </p:blipFill>
        <p:spPr>
          <a:xfrm>
            <a:off x="671878" y="254001"/>
            <a:ext cx="4761985" cy="634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65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4816F1-0230-0354-186C-E6786D59B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/>
              <a:t>Ďakujeme za pozornosť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4F18AC3-4C5B-E97F-0853-446E2AC3DD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41097236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Širokouhlá</PresentationFormat>
  <Paragraphs>0</Paragraphs>
  <Slides>9</Slides>
  <Notes>0</Notes>
  <HiddenSlides>0</HiddenSlides>
  <MMClips>0</MMClip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0" baseType="lpstr">
      <vt:lpstr>Motív Office</vt:lpstr>
      <vt:lpstr>Ladička na ele. gitaru postavená na ESP32</vt:lpstr>
      <vt:lpstr>Popis a cieľ práce</vt:lpstr>
      <vt:lpstr>Použité diely </vt:lpstr>
      <vt:lpstr>Schéma</vt:lpstr>
      <vt:lpstr>Jednotlivé role a postup práce</vt:lpstr>
      <vt:lpstr>Prezentácia programu PowerPoint</vt:lpstr>
      <vt:lpstr>Prezentácia programu PowerPoint</vt:lpstr>
      <vt:lpstr>Prezentácia programu PowerPoint</vt:lpstr>
      <vt:lpstr>Ďakujeme za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162</cp:revision>
  <dcterms:created xsi:type="dcterms:W3CDTF">2026-06-01T15:11:22Z</dcterms:created>
  <dcterms:modified xsi:type="dcterms:W3CDTF">2026-06-01T18:03:49Z</dcterms:modified>
</cp:coreProperties>
</file>