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36576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0"/>
            <a:ext cx="13716" cy="5143500"/>
          </a:xfrm>
          <a:prstGeom prst="rect">
            <a:avLst/>
          </a:prstGeom>
          <a:solidFill>
            <a:srgbClr val="8B1700"/>
          </a:solidFill>
          <a:ln w="12700">
            <a:solidFill>
              <a:srgbClr val="8B1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PROJEKT  ·  ESP32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Gitarová</a:t>
            </a:r>
            <a:endParaRPr lang="en-US" sz="5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Ladička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výšky tónu v reálnom čase  ·  OLED displej  ·  WebSocket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" cy="6858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611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Rechtorík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9227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 ·  Detekcia  ·  OLED  ·  Hardware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407408"/>
            <a:ext cx="45720" cy="685800"/>
          </a:xfrm>
          <a:prstGeom prst="rect">
            <a:avLst/>
          </a:prstGeom>
          <a:solidFill>
            <a:srgbClr val="8B1700"/>
          </a:solidFill>
          <a:ln w="12700">
            <a:solidFill>
              <a:srgbClr val="8B1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407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Šimon Štefaňák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4718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  ·  UI  ·  WebSocket klient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čom projekt 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PRÁCE A PRODUKTU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02336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45720" cy="18288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to robí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36192"/>
            <a:ext cx="36576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Ladička zachytáva zvuk gitary, analyzuje frekvenciu tónu a zobrazuje výsledok — notu, oktávu a odchýlku v centoch — na OLED displeji aj v prehliadači cez WebSocket.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023360" cy="18288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78992"/>
            <a:ext cx="45720" cy="18288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52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Výsledok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536192"/>
            <a:ext cx="3657600" cy="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6002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Fungujúca stolová ladička napájená cez USB-C. Detekcia prázdnych strún s ~95–99% presnosťou. Zobrazenie v reálnom čase.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072384"/>
            <a:ext cx="4023360" cy="18745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72384"/>
            <a:ext cx="402336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455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Rechtorík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·  FIRMWARE  ·  AUDIO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712464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vstup a op-amp obvod, YIN algoritmus pre detekciu frekvencie, OLED displej (3 obrazovky), správa 6 ladení, footswitch + potenciometer, firmvér ESP32, WiFi + WebSocket prenos dát.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72384"/>
            <a:ext cx="4023360" cy="18745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72384"/>
            <a:ext cx="402336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455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Šimon Štefaňák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3474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  ·  UI  ·  WEBSOCKET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3712464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Webový frontend zobrazujúci dáta z ESP32 v reálnom čase cez WebSocket — nota, oktáva, odchýlka v centoch, vizualizácia pre hráča v prehliadači.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 A ZAPOJENIE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 (38-pin)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80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Hlavný MCU · WiFi · ADC · single-core loop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82496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28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SH1106 OLED  1.3"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displej · adresa 0x3C · Adafruit_SH110X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LM358  op-amp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Zosilnenie · bias 1.65V · coupling 100nF · single 5V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89504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Soundking AL-103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191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Latching footswitch · GPIO32 · INPUT_PULLUP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93008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5387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Potenciometer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Výber ladenia · GPIO35 · analog read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096512"/>
            <a:ext cx="402336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Rocker switch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98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Zapínanie displeja · GPIO33 · INPUT_PULLUP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3977640" cy="37947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078992"/>
            <a:ext cx="397764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Signálový reťazec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1645920"/>
            <a:ext cx="128016" cy="12801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Gitara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10328" y="17922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1031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029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vstup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10328" y="22494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5603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LM358  (bias 1.65V · 100nF)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10328" y="27066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30175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GPIO34 · ADC ESP32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10328" y="31638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474720"/>
            <a:ext cx="128016" cy="128016"/>
          </a:xfrm>
          <a:prstGeom prst="rect">
            <a:avLst/>
          </a:prstGeom>
          <a:solidFill>
            <a:srgbClr val="8B17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algoritmus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910328" y="3621024"/>
            <a:ext cx="0" cy="21945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931920"/>
            <a:ext cx="128016" cy="12801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+ WebSocket výstup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Algoritmus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VÝŠKY TÓNU Z AUDIO SIGNÁLU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51206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78992" y="1207008"/>
            <a:ext cx="0" cy="402336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Diferenčná funkcia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Porovnáva vzorky posunuté o tau — hľadá, kde sa signál opakuje.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51206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9202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8992" y="1956816"/>
            <a:ext cx="0" cy="402336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CMNDF normalizácia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167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Kumulatívna normalizácia odstráni artefakty pri malých hodnotách tau.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51206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6700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8992" y="2706624"/>
            <a:ext cx="0" cy="402336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642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detekcia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916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Prvý lokálny minimum pod prahom (0.15) → kandidát na periódu.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328416"/>
            <a:ext cx="51206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4198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8992" y="3456432"/>
            <a:ext cx="0" cy="402336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Parabolická interpolácia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6667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Presná subsamplová lokalizácia minima pre presnejšiu frekvenciu.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51206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1696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8992" y="4206240"/>
            <a:ext cx="0" cy="402336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1422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+ subharmonický guard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416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Ticho sa ignoruje; skok &gt;45% skontroluje oktávové zdvojenie.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60720" y="1078992"/>
            <a:ext cx="2971800" cy="14173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1078992"/>
            <a:ext cx="2971800" cy="36576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1133856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5806440" y="19385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presnosť na prázdnych strunách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60720" y="2423160"/>
            <a:ext cx="297180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97880" y="24871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Alain de Cheveigné a Hideki Kawahara — publikovaný 2002 v Journal of the Acoustical Society of America.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3319272"/>
            <a:ext cx="297180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3383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3639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Hľadá periódu signálu cez autokorelačnú diferenčnú funkciu — spoľahlivejšie ako FFT pre monofónický zvuk.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0720" y="4215384"/>
            <a:ext cx="2971800" cy="82296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897880" y="42793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Využitie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97880" y="4535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Štandardne používaný v profesionálnych ladičkách, DAW softvéri a real-time pitch detekčných systémoch.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Displej &amp; Ladenia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VIDÍ HRÁČ A AKO VYBERÁ LADENIE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97480" cy="13898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45720" cy="138988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screen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Zobrazí sa po štarte.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Čaká na signál.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078992"/>
            <a:ext cx="2697480" cy="13898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078992"/>
            <a:ext cx="45720" cy="138988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152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Výber ladenia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56432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pri otočení potenciometra — ukáže zvolené ladenie.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27064" y="1078992"/>
            <a:ext cx="2697480" cy="138988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7064" y="1078992"/>
            <a:ext cx="45720" cy="138988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152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Aktívne ladenie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64224" y="1508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+ oktáva, odchýlka v centoch, grafický ukazovateľ.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Dostupné ladenia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017520"/>
          <a:ext cx="8321040" cy="1874520"/>
        </p:xfrm>
        <a:graphic>
          <a:graphicData uri="http://schemas.openxmlformats.org/drawingml/2006/table">
            <a:tbl>
              <a:tblPr/>
              <a:tblGrid>
                <a:gridCol w="2011680"/>
                <a:gridCol w="6309360"/>
              </a:tblGrid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Ladenie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0F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Struny  (6 →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  A2  D3  G3  B3  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Eb2  Ab2  Db3  Gb3  Bb3  Eb4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 A2  D3  G3  B3  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 G2  C3  F3  A3  D4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Dimebag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0E0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 A2  D3  G3  B3  E4  (Drop D variant)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67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SOAD Drop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 G2  C3  F3  A3  D4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Fyzický produkt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TLAČENÁ KRABIČKA + MECHANIKA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33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Dizajn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4264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Inšpirovaný gitarovými pedálmi (Dunlop Dime Crybaby, Ibanez TS9, Boss DS1). Modelovaný vo Fusion 360.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975104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USB-C · audio Jack I/O · OLED displej · potenciometer s gitarovým gombíkom · on/off switch.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871216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Footswitch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Flexure/living hinge priamo v tele krabičky — stlačí 6×6mm tactile tlačidlo, žiadne extra diely.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 · FDM tlač · v2 aktuálny dizajn.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1078992"/>
            <a:ext cx="3200400" cy="384048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1078992"/>
            <a:ext cx="32004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render krabičky 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532120" y="2816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Vlož screenshot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Fusion 360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365760" cy="505206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5720"/>
            <a:ext cx="45720" cy="5052060"/>
          </a:xfrm>
          <a:prstGeom prst="rect">
            <a:avLst/>
          </a:prstGeom>
          <a:solidFill>
            <a:srgbClr val="8B1700"/>
          </a:solidFill>
          <a:ln w="12700">
            <a:solidFill>
              <a:srgbClr val="8B1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1005840"/>
            <a:ext cx="265176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005840"/>
            <a:ext cx="265176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078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95528" y="1664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Spoľahlivá detekcia výšky tónu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FFT nestačilo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93008" y="1005840"/>
            <a:ext cx="265176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005840"/>
            <a:ext cx="265176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078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630168" y="1664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loop, BT vypnutý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stabilný firmvér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27648" y="1005840"/>
            <a:ext cx="2651760" cy="14630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  <a:prstDash val="solid"/>
          </a:ln>
          <a:effectLst>
            <a:outerShdw sx="100000" sy="100000" kx="0" ky="0" algn="bl" rotWithShape="0" blurRad="203200" dist="38100" dir="8100000">
              <a:srgbClr val="000000">
                <a:alpha val="6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27648" y="1005840"/>
            <a:ext cx="265176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078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64808" y="1664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cez WebSocket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reálny čas v prehliadači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2670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sa podarilo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Detekcia prázdnych strún s ~95–99% presnosťou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displej s 3 obrazovkami (idle, overlay výberu, aktívne ladenie)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ladení prepínateľných footswitchom + potenciometrom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prenos JSON dát na web frontend  (Šimon Štefaňák)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tlačená krabička inšpirovaná gitarovými pedálmi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Gitarová Ladička – ESP32</dc:title>
  <dc:subject>PptxGenJS Presentation</dc:subject>
  <dc:creator>PptxGenJS</dc:creator>
  <cp:lastModifiedBy>PptxGenJS</cp:lastModifiedBy>
  <cp:revision>1</cp:revision>
  <dcterms:created xsi:type="dcterms:W3CDTF">2026-06-07T21:34:50Z</dcterms:created>
  <dcterms:modified xsi:type="dcterms:W3CDTF">2026-06-07T21:34:50Z</dcterms:modified>
</cp:coreProperties>
</file>